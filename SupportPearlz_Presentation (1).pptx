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💧 SupportPearlz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RAG-powered customer support assistant for Pearlz water purifier products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874520"/>
            <a:ext cx="53035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Answers customer questions from trusted company documents — with source verification.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629400" y="1417320"/>
            <a:ext cx="4480560" cy="1143000"/>
          </a:xfrm>
          <a:prstGeom prst="rect">
            <a:avLst/>
          </a:prstGeom>
          <a:solidFill>
            <a:srgbClr val="E8F5FF"/>
          </a:solidFill>
          <a:ln w="12700">
            <a:solidFill>
              <a:srgbClr val="BBD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first screen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Streamlit UI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key saved in files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29400" y="2788920"/>
            <a:ext cx="4480560" cy="1234440"/>
          </a:xfrm>
          <a:prstGeom prst="rect">
            <a:avLst/>
          </a:prstGeom>
          <a:solidFill>
            <a:srgbClr val="F1F4FF"/>
          </a:solidFill>
          <a:ln w="12700">
            <a:solidFill>
              <a:srgbClr val="CF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support topics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Warranty • Returns • Delivery • Installation • Filters • Troubleshooting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901184"/>
            <a:ext cx="2011680" cy="1005840"/>
          </a:xfrm>
          <a:prstGeom prst="arc">
            <a:avLst/>
          </a:prstGeom>
          <a:noFill/>
          <a:ln w="88900">
            <a:solidFill>
              <a:srgbClr val="4FACFE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4828032"/>
            <a:ext cx="65836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a fictional water purifier company so every answer can be checked against the knowledge base.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6437376"/>
            <a:ext cx="10012680" cy="0"/>
          </a:xfrm>
          <a:prstGeom prst="line">
            <a:avLst/>
          </a:prstGeom>
          <a:noFill/>
          <a:ln w="10160">
            <a:solidFill>
              <a:srgbClr val="D7E8F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idea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support chatbot that does not guess when company documents are missing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58368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A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58368" y="1892808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E8F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ask product and policy questions. A normal chatbot may invent an answer if it cannot find the policy.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5080" y="1627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A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55080" y="1892808"/>
            <a:ext cx="5074920" cy="1115568"/>
          </a:xfrm>
          <a:prstGeom prst="rect">
            <a:avLst/>
          </a:prstGeom>
          <a:solidFill>
            <a:srgbClr val="E8F5FF"/>
          </a:solidFill>
          <a:ln w="12700">
            <a:solidFill>
              <a:srgbClr val="BBD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SupportPearlz retrieves relevant knowledge-base chunks first, then asks the LLM to answer only from that context.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1417320" cy="411480"/>
          </a:xfrm>
          <a:prstGeom prst="rect">
            <a:avLst/>
          </a:prstGeom>
          <a:solidFill>
            <a:srgbClr val="E8F5FF"/>
          </a:solidFill>
          <a:ln>
            <a:solidFill>
              <a:srgbClr val="E8F5F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51760" y="3703320"/>
            <a:ext cx="1828800" cy="411480"/>
          </a:xfrm>
          <a:prstGeom prst="rect">
            <a:avLst/>
          </a:prstGeom>
          <a:solidFill>
            <a:srgbClr val="F1F4FF"/>
          </a:solidFill>
          <a:ln>
            <a:solidFill>
              <a:srgbClr val="F1F4F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Document-based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0600" y="3703320"/>
            <a:ext cx="1737360" cy="411480"/>
          </a:xfrm>
          <a:prstGeom prst="rect">
            <a:avLst/>
          </a:prstGeom>
          <a:solidFill>
            <a:srgbClr val="E8F5FF"/>
          </a:solidFill>
          <a:ln>
            <a:solidFill>
              <a:srgbClr val="E8F5F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API-key gated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0" y="3703320"/>
            <a:ext cx="2148840" cy="411480"/>
          </a:xfrm>
          <a:prstGeom prst="rect">
            <a:avLst/>
          </a:prstGeom>
          <a:solidFill>
            <a:srgbClr val="F1F4FF"/>
          </a:solidFill>
          <a:ln>
            <a:solidFill>
              <a:srgbClr val="F1F4F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verification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26880" y="3703320"/>
            <a:ext cx="1417320" cy="411480"/>
          </a:xfrm>
          <a:prstGeom prst="rect">
            <a:avLst/>
          </a:prstGeom>
          <a:solidFill>
            <a:srgbClr val="E8F5FF"/>
          </a:solidFill>
          <a:ln>
            <a:solidFill>
              <a:srgbClr val="E8F5FF">
                <a:alpha val="7000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Deployable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3000" y="4892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use: customer support Q&amp;A for Pearlz purifier policies and manuals.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6437376"/>
            <a:ext cx="10012680" cy="0"/>
          </a:xfrm>
          <a:prstGeom prst="line">
            <a:avLst/>
          </a:prstGeom>
          <a:noFill/>
          <a:ln w="10160">
            <a:solidFill>
              <a:srgbClr val="D7E8F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Retrieval-Augmented Generation pipeline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04288" y="2852928"/>
            <a:ext cx="960120" cy="0"/>
          </a:xfrm>
          <a:prstGeom prst="line">
            <a:avLst/>
          </a:prstGeom>
          <a:noFill/>
          <a:ln w="25400">
            <a:solidFill>
              <a:srgbClr val="6E8B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62272" y="2852928"/>
            <a:ext cx="960120" cy="0"/>
          </a:xfrm>
          <a:prstGeom prst="line">
            <a:avLst/>
          </a:prstGeom>
          <a:noFill/>
          <a:ln w="25400">
            <a:solidFill>
              <a:srgbClr val="6E8B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29400" y="2852928"/>
            <a:ext cx="960120" cy="0"/>
          </a:xfrm>
          <a:prstGeom prst="line">
            <a:avLst/>
          </a:prstGeom>
          <a:noFill/>
          <a:ln w="25400">
            <a:solidFill>
              <a:srgbClr val="6E8B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796528" y="2852928"/>
            <a:ext cx="960120" cy="0"/>
          </a:xfrm>
          <a:prstGeom prst="line">
            <a:avLst/>
          </a:prstGeom>
          <a:noFill/>
          <a:ln w="25400">
            <a:solidFill>
              <a:srgbClr val="6E8BFF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2304288"/>
            <a:ext cx="1600200" cy="1078992"/>
          </a:xfrm>
          <a:prstGeom prst="rect">
            <a:avLst/>
          </a:prstGeom>
          <a:solidFill>
            <a:srgbClr val="E8F5FF"/>
          </a:solidFill>
          <a:ln w="12700">
            <a:solidFill>
              <a:srgbClr val="BBD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304288"/>
            <a:ext cx="1600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8F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query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19472" y="2304288"/>
            <a:ext cx="1600200" cy="1078992"/>
          </a:xfrm>
          <a:prstGeom prst="rect">
            <a:avLst/>
          </a:prstGeom>
          <a:solidFill>
            <a:srgbClr val="F1F4FF"/>
          </a:solidFill>
          <a:ln w="12700">
            <a:solidFill>
              <a:srgbClr val="CF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chunks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304288"/>
            <a:ext cx="16002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8F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answers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253728" y="2304288"/>
            <a:ext cx="1691640" cy="1078992"/>
          </a:xfrm>
          <a:prstGeom prst="rect">
            <a:avLst/>
          </a:prstGeom>
          <a:solidFill>
            <a:srgbClr val="E9FBF2"/>
          </a:solidFill>
          <a:ln w="12700">
            <a:solidFill>
              <a:srgbClr val="B8EBC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187952"/>
            <a:ext cx="9784080" cy="1243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Same embedding model for index and query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Top-k retrieved chunks are attached as sources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Verification expanders show the exact retrieved 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knowledge base lacks evidence, the app should avoid guessing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6437376"/>
            <a:ext cx="10012680" cy="0"/>
          </a:xfrm>
          <a:prstGeom prst="line">
            <a:avLst/>
          </a:prstGeom>
          <a:noFill/>
          <a:ln w="10160">
            <a:solidFill>
              <a:srgbClr val="D7E8F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answers from Pearlz support documents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9808" y="1627632"/>
            <a:ext cx="2331720" cy="1024128"/>
          </a:xfrm>
          <a:prstGeom prst="rect">
            <a:avLst/>
          </a:prstGeom>
          <a:solidFill>
            <a:srgbClr val="E8F5FF"/>
          </a:solidFill>
          <a:ln w="12700">
            <a:solidFill>
              <a:srgbClr val="BBD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manuals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Specifications, controls, filters, alerts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93008" y="1627632"/>
            <a:ext cx="2331720" cy="1024128"/>
          </a:xfrm>
          <a:prstGeom prst="rect">
            <a:avLst/>
          </a:prstGeom>
          <a:solidFill>
            <a:srgbClr val="F1F4FF"/>
          </a:solidFill>
          <a:ln w="12700">
            <a:solidFill>
              <a:srgbClr val="CF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Warranty policy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Coverage, exclusions, claim process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36208" y="1627632"/>
            <a:ext cx="2331720" cy="1024128"/>
          </a:xfrm>
          <a:prstGeom prst="rect">
            <a:avLst/>
          </a:prstGeom>
          <a:solidFill>
            <a:srgbClr val="FFEFD9"/>
          </a:solidFill>
          <a:ln w="12700">
            <a:solidFill>
              <a:srgbClr val="FFD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Returns policy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Opened items, refunds, replacements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79408" y="1627632"/>
            <a:ext cx="2331720" cy="1024128"/>
          </a:xfrm>
          <a:prstGeom prst="rect">
            <a:avLst/>
          </a:prstGeom>
          <a:solidFill>
            <a:srgbClr val="E9FBF2"/>
          </a:solidFill>
          <a:ln w="12700">
            <a:solidFill>
              <a:srgbClr val="B8EBC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Symptoms, causes, escalation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A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USERS CAN ASK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50976" y="3621024"/>
            <a:ext cx="48920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I return an opened purifier?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the warranty period?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should filters be replaced?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is the purifier leaking?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do I book installation?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an error/beep code mean?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3291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AC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IS USEFUL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19088" y="3621024"/>
            <a:ext cx="45262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 support answers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Consistent policy wording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Visible source snippets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Reusable demo for GitHub and deployment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6437376"/>
            <a:ext cx="10012680" cy="0"/>
          </a:xfrm>
          <a:prstGeom prst="line">
            <a:avLst/>
          </a:prstGeom>
          <a:noFill/>
          <a:ln w="10160">
            <a:solidFill>
              <a:srgbClr val="D7E8F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experience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workflow for a deployed Streamlit support assistant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2743200" cy="1051560"/>
          </a:xfrm>
          <a:prstGeom prst="rect">
            <a:avLst/>
          </a:prstGeom>
          <a:solidFill>
            <a:srgbClr val="E8F5FF"/>
          </a:solidFill>
          <a:ln w="12700">
            <a:solidFill>
              <a:srgbClr val="BBD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 OpenAI API key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09160" y="16916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8F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support question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0" y="1691640"/>
            <a:ext cx="2743200" cy="1051560"/>
          </a:xfrm>
          <a:prstGeom prst="rect">
            <a:avLst/>
          </a:prstGeom>
          <a:solidFill>
            <a:srgbClr val="E9FBF2"/>
          </a:solidFill>
          <a:ln w="12700">
            <a:solidFill>
              <a:srgbClr val="B8EBC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answer + verify sources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11880" y="2240280"/>
            <a:ext cx="822960" cy="0"/>
          </a:xfrm>
          <a:prstGeom prst="line">
            <a:avLst/>
          </a:prstGeom>
          <a:noFill/>
          <a:ln w="25400">
            <a:solidFill>
              <a:srgbClr val="6E8B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89520" y="2240280"/>
            <a:ext cx="822960" cy="0"/>
          </a:xfrm>
          <a:prstGeom prst="line">
            <a:avLst/>
          </a:prstGeom>
          <a:noFill/>
          <a:ln w="25400">
            <a:solidFill>
              <a:srgbClr val="6E8BF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8680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answer behavior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4096512"/>
            <a:ext cx="102870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8F7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“Can I return an opened purifier?”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Answer: No normal change-of-mind return if connected to water; defects go through warranty diagnosis/replacement.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refund_returns_policy.md + FAQ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6437376"/>
            <a:ext cx="10012680" cy="0"/>
          </a:xfrm>
          <a:prstGeom prst="line">
            <a:avLst/>
          </a:prstGeom>
          <a:noFill/>
          <a:ln w="10160">
            <a:solidFill>
              <a:srgbClr val="D7E8F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stack &amp; deployment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files, easy to run, GitHub-ready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30352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+ Streamlit for the web app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LangChain/OpenAI for chat and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Chroma vector store for local retrieval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pypdf / docx2txt / markdown loaders for documents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requirements.txt for cloud installation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app.py as the main Streamlit file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0" y="1719072"/>
            <a:ext cx="4206240" cy="960120"/>
          </a:xfrm>
          <a:prstGeom prst="rect">
            <a:avLst/>
          </a:prstGeom>
          <a:solidFill>
            <a:srgbClr val="E8F5FF"/>
          </a:solidFill>
          <a:ln w="12700">
            <a:solidFill>
              <a:srgbClr val="BBD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locally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-m streamlit run app.py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0" y="3090672"/>
            <a:ext cx="4206240" cy="1225296"/>
          </a:xfrm>
          <a:prstGeom prst="rect">
            <a:avLst/>
          </a:prstGeom>
          <a:solidFill>
            <a:srgbClr val="F1F4FF"/>
          </a:solidFill>
          <a:ln w="12700">
            <a:solidFill>
              <a:srgbClr val="CF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settings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file: app.py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Python: 3.11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4736592"/>
            <a:ext cx="4206240" cy="777240"/>
          </a:xfrm>
          <a:prstGeom prst="rect">
            <a:avLst/>
          </a:prstGeom>
          <a:solidFill>
            <a:srgbClr val="FFEFD9"/>
          </a:solidFill>
          <a:ln w="12700">
            <a:solidFill>
              <a:srgbClr val="FFD8A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note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is typed at runtime and should never be pushed to GitHub.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6437376"/>
            <a:ext cx="10012680" cy="0"/>
          </a:xfrm>
          <a:prstGeom prst="line">
            <a:avLst/>
          </a:prstGeom>
          <a:noFill/>
          <a:ln w="10160">
            <a:solidFill>
              <a:srgbClr val="D7E8F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ACFE"/>
          </a:solidFill>
          <a:ln w="12700">
            <a:solidFill>
              <a:srgbClr val="4FAC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2648" y="1042416"/>
            <a:ext cx="6949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RAG support project that is easy to demo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3017520" cy="502920"/>
          </a:xfrm>
          <a:prstGeom prst="rect">
            <a:avLst/>
          </a:prstGeom>
          <a:solidFill>
            <a:srgbClr val="E8F5FF"/>
          </a:solidFill>
          <a:ln w="12700">
            <a:solidFill>
              <a:srgbClr val="BBD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proves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74904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loading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Chunking and embeddings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Vector retrieval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Grounded LLM answering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Source verification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Streamlit deployment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536192"/>
            <a:ext cx="3291840" cy="502920"/>
          </a:xfrm>
          <a:prstGeom prst="rect">
            <a:avLst/>
          </a:prstGeom>
          <a:solidFill>
            <a:srgbClr val="F1F4FF"/>
          </a:solidFill>
          <a:ln w="12700">
            <a:solidFill>
              <a:srgbClr val="CFD8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240280"/>
            <a:ext cx="393192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hybrid search for exact error codes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 reranking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admin upload for new docs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analytics for common questions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Polish GitHub README and demo video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5166360"/>
            <a:ext cx="9326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30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SupportPearlz turns a static policy/manual library into a usable customer-support assistant.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120140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A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6437376"/>
            <a:ext cx="10012680" cy="0"/>
          </a:xfrm>
          <a:prstGeom prst="line">
            <a:avLst/>
          </a:prstGeom>
          <a:noFill/>
          <a:ln w="10160">
            <a:solidFill>
              <a:srgbClr val="D7E8F7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SupportPearlz</dc:title>
  <dc:subject>SupportPearlz project presentation</dc:subject>
  <dc:creator>OpenAI</dc:creator>
  <cp:lastModifiedBy>OpenAI</cp:lastModifiedBy>
  <cp:revision>1</cp:revision>
  <dcterms:created xsi:type="dcterms:W3CDTF">2026-09-06T18:01:39Z</dcterms:created>
  <dcterms:modified xsi:type="dcterms:W3CDTF">2026-09-06T18:01:39Z</dcterms:modified>
</cp:coreProperties>
</file>